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75" r:id="rId3"/>
    <p:sldId id="276" r:id="rId4"/>
    <p:sldId id="277" r:id="rId5"/>
    <p:sldId id="279" r:id="rId6"/>
    <p:sldId id="278" r:id="rId7"/>
    <p:sldId id="281" r:id="rId8"/>
    <p:sldId id="28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1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2952" autoAdjust="0"/>
  </p:normalViewPr>
  <p:slideViewPr>
    <p:cSldViewPr snapToGrid="0">
      <p:cViewPr varScale="1">
        <p:scale>
          <a:sx n="105" d="100"/>
          <a:sy n="105" d="100"/>
        </p:scale>
        <p:origin x="740" y="84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BB29-2F69-4BAD-BAE6-35EBE787D585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E1986-C91B-477C-93E3-239B6FF79C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0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0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26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02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7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6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06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55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84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3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79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5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2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22402" y="2543234"/>
            <a:ext cx="3464411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Gitlab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Les environnements</a:t>
            </a:r>
          </a:p>
          <a:p>
            <a:pPr algn="ctr"/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8" name="Picture 4" descr="https://www.wizcase.com/wp-content/uploads/2022/03/GiTlab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99" y="539302"/>
            <a:ext cx="4870202" cy="441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3565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environnements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7397" y="1160850"/>
            <a:ext cx="103316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représente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lequel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l’application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déployée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être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développement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dev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recette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staging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fois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déploie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l'associer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spécifique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suivre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état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afficher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logs, et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permettre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actions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rollbacks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421" y="791518"/>
            <a:ext cx="4014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Qu’est-ce</a:t>
            </a:r>
            <a:r>
              <a:rPr lang="en-US" dirty="0" smtClean="0"/>
              <a:t> </a:t>
            </a:r>
            <a:r>
              <a:rPr lang="en-US" dirty="0" err="1"/>
              <a:t>qu’un</a:t>
            </a:r>
            <a:r>
              <a:rPr lang="en-US" dirty="0"/>
              <a:t> </a:t>
            </a:r>
            <a:r>
              <a:rPr lang="en-US" dirty="0" err="1"/>
              <a:t>environnement</a:t>
            </a:r>
            <a:r>
              <a:rPr lang="en-US" dirty="0"/>
              <a:t> </a:t>
            </a:r>
            <a:r>
              <a:rPr lang="en-US" dirty="0" err="1"/>
              <a:t>GitLab</a:t>
            </a:r>
            <a:r>
              <a:rPr lang="en-US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54021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3565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environnements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2515" y="809971"/>
            <a:ext cx="3860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Pourquoi</a:t>
            </a:r>
            <a:r>
              <a:rPr lang="en-US" dirty="0"/>
              <a:t> </a:t>
            </a:r>
            <a:r>
              <a:rPr lang="en-US" dirty="0" err="1"/>
              <a:t>utiliser</a:t>
            </a:r>
            <a:r>
              <a:rPr lang="en-US" dirty="0"/>
              <a:t> des </a:t>
            </a:r>
            <a:r>
              <a:rPr lang="en-US" dirty="0" err="1"/>
              <a:t>environnements</a:t>
            </a:r>
            <a:r>
              <a:rPr lang="en-US" dirty="0"/>
              <a:t> ?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17129" y="1404499"/>
            <a:ext cx="916876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Visualisation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claire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vous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l’interface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actifs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les jobs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déployés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les dates et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versions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suivre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quelle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tourne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Rollback facile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relancer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déploiement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précédente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191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522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variables d’environnements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2502" y="792678"/>
            <a:ext cx="79025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l’interface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Settings → CI/CD → Variables),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d’utiliser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l’environnement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protéger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déploiements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restreindre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32" y="2464237"/>
            <a:ext cx="3077320" cy="4103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800" y="2464237"/>
            <a:ext cx="7381717" cy="2755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294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522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variables d’environnements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2502" y="792678"/>
            <a:ext cx="79025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l’interface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Settings → CI/CD → Variables),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d’utiliser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l’environnement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protéger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déploiements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restreindre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32" y="2464237"/>
            <a:ext cx="3077320" cy="4103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800" y="2464237"/>
            <a:ext cx="7381717" cy="2755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431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732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environnements temporaires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8500" y="937140"/>
            <a:ext cx="3231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À quoi ça sert dans la vraie vie ?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18500" y="141259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Cas réel :</a:t>
            </a:r>
          </a:p>
          <a:p>
            <a:pPr lvl="1">
              <a:buFont typeface="+mj-lt"/>
              <a:buAutoNum type="arabicPeriod"/>
            </a:pPr>
            <a:r>
              <a:rPr lang="fr-FR" dirty="0"/>
              <a:t>Un développeur crée </a:t>
            </a:r>
            <a:r>
              <a:rPr lang="fr-FR" dirty="0" err="1"/>
              <a:t>feature</a:t>
            </a:r>
            <a:r>
              <a:rPr lang="fr-FR" dirty="0"/>
              <a:t>-login</a:t>
            </a:r>
          </a:p>
          <a:p>
            <a:pPr lvl="1">
              <a:buFont typeface="+mj-lt"/>
              <a:buAutoNum type="arabicPeriod"/>
            </a:pPr>
            <a:r>
              <a:rPr lang="fr-FR" dirty="0" err="1"/>
              <a:t>GitLab</a:t>
            </a:r>
            <a:r>
              <a:rPr lang="fr-FR" dirty="0"/>
              <a:t> déploie une version isolée</a:t>
            </a:r>
          </a:p>
          <a:p>
            <a:pPr lvl="1">
              <a:buFont typeface="+mj-lt"/>
              <a:buAutoNum type="arabicPeriod"/>
            </a:pPr>
            <a:r>
              <a:rPr lang="fr-FR" dirty="0"/>
              <a:t>Le testeur accède à l’URL spécifique</a:t>
            </a:r>
          </a:p>
          <a:p>
            <a:pPr lvl="1">
              <a:buFont typeface="+mj-lt"/>
              <a:buAutoNum type="arabicPeriod"/>
            </a:pPr>
            <a:r>
              <a:rPr lang="fr-FR" dirty="0"/>
              <a:t>Une fois terminé → environnement supprimé</a:t>
            </a:r>
          </a:p>
        </p:txBody>
      </p:sp>
    </p:spTree>
    <p:extLst>
      <p:ext uri="{BB962C8B-B14F-4D97-AF65-F5344CB8AC3E}">
        <p14:creationId xmlns:p14="http://schemas.microsoft.com/office/powerpoint/2010/main" val="275775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732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environnements temporaires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5191" y="743359"/>
            <a:ext cx="5052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Pourquoi utiliser des environnements temporaires ?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1968" y="1112691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review_app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deploy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Déploiement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environment: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name: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review/$CI_COMMIT_REF_NAME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url: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https://$CI_COMMIT_REF_NAME.monapp.dev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on_stop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stop_review_app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stop_review_app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cleanup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"Suppression"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environment: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name: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review/$CI_COMMIT_REF_NAME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action: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stop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when: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manual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08180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732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environnements temporaires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5521" y="834975"/>
            <a:ext cx="92570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GitLab</a:t>
            </a:r>
            <a:r>
              <a:rPr lang="fr-FR" dirty="0"/>
              <a:t> permet aussi la création </a:t>
            </a:r>
            <a:r>
              <a:rPr lang="fr-FR" b="1" dirty="0"/>
              <a:t>d’environnements temporaires</a:t>
            </a:r>
            <a:r>
              <a:rPr lang="fr-FR" dirty="0"/>
              <a:t> pour les branches ou </a:t>
            </a:r>
            <a:r>
              <a:rPr lang="fr-FR" dirty="0" err="1"/>
              <a:t>MRs</a:t>
            </a:r>
            <a:r>
              <a:rPr lang="fr-FR" dirty="0"/>
              <a:t> :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42061" y="1204307"/>
            <a:ext cx="440849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init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cleanup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r>
              <a:rPr lang="en-US" sz="900" dirty="0">
                <a:solidFill>
                  <a:srgbClr val="2E2E2E"/>
                </a:solidFill>
                <a:latin typeface="GitLab Mono"/>
              </a:rPr>
              <a:t>variables: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ENV_NAME: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"review/$CI_COMMIT_REF_NAME"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ENV_URL: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"https://$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CI_COMMIT_REF_NAME.monapp.dev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review_app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init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Déploiement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d'une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review app..."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"Nom de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l'environnement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"URL de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l'environnement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$ENV_URL"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#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Simulez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ici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un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déploiement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réel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environment: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name: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url: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$ENV_URL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on_stop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stop_review_app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use_app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Utilisation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de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l'application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déployée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..."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"Nom de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l'environnement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utilisé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"URL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d'accès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$ENV_URL"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#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Ici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vous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pouvez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tester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l'URL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ou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faire un curl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si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besoin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curl --head --silent --fail $ENV_URL || echo "L'URL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n'est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peut-être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pas encore accessible"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stop_review_app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cleanup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echo "Suppression de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l'environnement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temporaire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..."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"Nom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environment: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name: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action: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stop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when: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manual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endParaRPr lang="en-US" sz="900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55460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13472</TotalTime>
  <Words>295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Comic Sans MS</vt:lpstr>
      <vt:lpstr>GitLab Mono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Alphorm</dc:creator>
  <cp:lastModifiedBy>DELL</cp:lastModifiedBy>
  <cp:revision>302</cp:revision>
  <dcterms:created xsi:type="dcterms:W3CDTF">2017-02-10T20:50:27Z</dcterms:created>
  <dcterms:modified xsi:type="dcterms:W3CDTF">2026-03-01T08:35:11Z</dcterms:modified>
</cp:coreProperties>
</file>