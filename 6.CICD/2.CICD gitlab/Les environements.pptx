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3" r:id="rId2"/>
    <p:sldId id="275" r:id="rId3"/>
    <p:sldId id="276" r:id="rId4"/>
    <p:sldId id="277" r:id="rId5"/>
    <p:sldId id="279" r:id="rId6"/>
    <p:sldId id="278" r:id="rId7"/>
    <p:sldId id="281" r:id="rId8"/>
    <p:sldId id="280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1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2" autoAdjust="0"/>
    <p:restoredTop sz="92952" autoAdjust="0"/>
  </p:normalViewPr>
  <p:slideViewPr>
    <p:cSldViewPr snapToGrid="0">
      <p:cViewPr varScale="1">
        <p:scale>
          <a:sx n="105" d="100"/>
          <a:sy n="105" d="100"/>
        </p:scale>
        <p:origin x="740" y="84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9BB29-2F69-4BAD-BAE6-35EBE787D585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E1986-C91B-477C-93E3-239B6FF79C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06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50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826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02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97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60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06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55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84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3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79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5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29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22402" y="2543234"/>
            <a:ext cx="3464411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Formation Gitlab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  <a:p>
            <a:pPr algn="ctr"/>
            <a:r>
              <a:rPr lang="fr-FR" sz="2800" b="1" dirty="0" smtClean="0">
                <a:solidFill>
                  <a:srgbClr val="1C3158"/>
                </a:solidFill>
                <a:latin typeface="Comic Sans MS" pitchFamily="66" charset="0"/>
              </a:rPr>
              <a:t> </a:t>
            </a:r>
          </a:p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Les </a:t>
            </a:r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environnements</a:t>
            </a:r>
            <a:endParaRPr lang="fr-FR" sz="2800" dirty="0" smtClean="0">
              <a:solidFill>
                <a:srgbClr val="1C3158"/>
              </a:solidFill>
              <a:latin typeface="Comic Sans MS" pitchFamily="66" charset="0"/>
            </a:endParaRPr>
          </a:p>
          <a:p>
            <a:pPr algn="ctr"/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6266500" y="3227040"/>
            <a:ext cx="5176200" cy="17384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353" y="5376618"/>
            <a:ext cx="1552248" cy="154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729466" y="6221574"/>
            <a:ext cx="4296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pic>
        <p:nvPicPr>
          <p:cNvPr id="1028" name="Picture 4" descr="https://www.wizcase.com/wp-content/uploads/2022/03/GiTlab-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99" y="539302"/>
            <a:ext cx="4870202" cy="441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35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3565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</a:t>
            </a:r>
            <a:r>
              <a:rPr lang="fr-FR" sz="3200" b="1" i="1" dirty="0" smtClean="0">
                <a:solidFill>
                  <a:schemeClr val="bg1"/>
                </a:solidFill>
              </a:rPr>
              <a:t>environnements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87397" y="1160850"/>
            <a:ext cx="1033167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représente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lequel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l’application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déployée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être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développement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dev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recette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staging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fois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déploie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l'associer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spécifique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suivre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état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afficher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logs, et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permettre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actions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rollbacks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2421" y="791518"/>
            <a:ext cx="4014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Qu’est-ce</a:t>
            </a:r>
            <a:r>
              <a:rPr lang="en-US" dirty="0" smtClean="0"/>
              <a:t> </a:t>
            </a:r>
            <a:r>
              <a:rPr lang="en-US" dirty="0" err="1"/>
              <a:t>qu’un</a:t>
            </a:r>
            <a:r>
              <a:rPr lang="en-US" dirty="0"/>
              <a:t> </a:t>
            </a:r>
            <a:r>
              <a:rPr lang="en-US" dirty="0" err="1"/>
              <a:t>environnement</a:t>
            </a:r>
            <a:r>
              <a:rPr lang="en-US" dirty="0"/>
              <a:t> </a:t>
            </a:r>
            <a:r>
              <a:rPr lang="en-US" dirty="0" err="1"/>
              <a:t>GitLab</a:t>
            </a:r>
            <a:r>
              <a:rPr lang="en-US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54021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3565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</a:t>
            </a:r>
            <a:r>
              <a:rPr lang="fr-FR" sz="3200" b="1" i="1" dirty="0" smtClean="0">
                <a:solidFill>
                  <a:schemeClr val="bg1"/>
                </a:solidFill>
              </a:rPr>
              <a:t>environnements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2515" y="809971"/>
            <a:ext cx="3860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Pourquoi</a:t>
            </a:r>
            <a:r>
              <a:rPr lang="en-US" dirty="0"/>
              <a:t> </a:t>
            </a:r>
            <a:r>
              <a:rPr lang="en-US" dirty="0" err="1"/>
              <a:t>utiliser</a:t>
            </a:r>
            <a:r>
              <a:rPr lang="en-US" dirty="0"/>
              <a:t> des </a:t>
            </a:r>
            <a:r>
              <a:rPr lang="en-US" dirty="0" err="1"/>
              <a:t>environnements</a:t>
            </a:r>
            <a:r>
              <a:rPr lang="en-US" dirty="0"/>
              <a:t> ?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17129" y="1404499"/>
            <a:ext cx="916876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Visualisation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claire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vous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l’interface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actifs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les jobs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déployés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les dates et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versions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suivre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quelle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tourne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Rollback facile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relancer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déploiement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précédente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191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5522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</a:t>
            </a:r>
            <a:r>
              <a:rPr lang="fr-FR" sz="3200" b="1" i="1" dirty="0" smtClean="0">
                <a:solidFill>
                  <a:schemeClr val="bg1"/>
                </a:solidFill>
              </a:rPr>
              <a:t>variables d’environnements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2502" y="792678"/>
            <a:ext cx="790259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propres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l’interface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Settings → CI/CD → Variables),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qui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d’utiliser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différentes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l’environnement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protéger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déploiements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 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restreindre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32" y="2464237"/>
            <a:ext cx="3077320" cy="4103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800" y="2464237"/>
            <a:ext cx="7381717" cy="27557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294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5522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</a:t>
            </a:r>
            <a:r>
              <a:rPr lang="fr-FR" sz="3200" b="1" i="1" dirty="0" smtClean="0">
                <a:solidFill>
                  <a:schemeClr val="bg1"/>
                </a:solidFill>
              </a:rPr>
              <a:t>variables d’environnements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2502" y="792678"/>
            <a:ext cx="790259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Chaque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environnement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propres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l’interface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GitLab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Settings → CI/CD → Variables),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qui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d’utiliser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différentes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l’environnement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protéger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déploiements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 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restreindre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clés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32" y="2464237"/>
            <a:ext cx="3077320" cy="4103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800" y="2464237"/>
            <a:ext cx="7381717" cy="27557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431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5732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</a:t>
            </a:r>
            <a:r>
              <a:rPr lang="fr-FR" sz="3200" b="1" i="1" dirty="0" smtClean="0">
                <a:solidFill>
                  <a:schemeClr val="bg1"/>
                </a:solidFill>
              </a:rPr>
              <a:t>environnements temporaires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5191" y="743359"/>
            <a:ext cx="5052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Pourquoi utiliser des environnements temporaires ?</a:t>
            </a:r>
            <a:endParaRPr lang="en-US" dirty="0"/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623731" y="1224814"/>
            <a:ext cx="620096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Tester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changements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conditions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réelles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Obtenir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retours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équipes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/ PO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Prévisualiser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l’UI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/UX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développements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Supprimer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automatiquement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à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fermeture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75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5732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</a:t>
            </a:r>
            <a:r>
              <a:rPr lang="fr-FR" sz="3200" b="1" i="1" dirty="0" smtClean="0">
                <a:solidFill>
                  <a:schemeClr val="bg1"/>
                </a:solidFill>
              </a:rPr>
              <a:t>environnements temporaires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5191" y="743359"/>
            <a:ext cx="5052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Pourquoi utiliser des environnements temporaires ?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31968" y="1112691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2E2E2E"/>
                </a:solidFill>
                <a:latin typeface="GitLab Mono"/>
              </a:rPr>
              <a:t>review_app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deploy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Déploiement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environment: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name: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review/$CI_COMMIT_REF_NAME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url: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https://$CI_COMMIT_REF_NAME.monapp.dev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</a:t>
            </a:r>
            <a:r>
              <a:rPr lang="en-US" dirty="0" err="1">
                <a:solidFill>
                  <a:srgbClr val="2E2E2E"/>
                </a:solidFill>
                <a:latin typeface="GitLab Mono"/>
              </a:rPr>
              <a:t>on_stop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en-US" dirty="0" err="1">
                <a:solidFill>
                  <a:srgbClr val="DD1144"/>
                </a:solidFill>
                <a:latin typeface="GitLab Mono"/>
              </a:rPr>
              <a:t>stop_review_app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dirty="0">
                <a:solidFill>
                  <a:srgbClr val="2E2E2E"/>
                </a:solidFill>
                <a:latin typeface="GitLab Mono"/>
              </a:rPr>
            </a:br>
            <a:r>
              <a:rPr lang="en-US" dirty="0" err="1">
                <a:solidFill>
                  <a:srgbClr val="2E2E2E"/>
                </a:solidFill>
                <a:latin typeface="GitLab Mono"/>
              </a:rPr>
              <a:t>stop_review_app</a:t>
            </a:r>
            <a:r>
              <a:rPr lang="en-US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cleanup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echo "Suppression"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environment:</a:t>
            </a: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name: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review/$CI_COMMIT_REF_NAME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  action: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stop</a:t>
            </a:r>
            <a:endParaRPr lang="en-US" dirty="0">
              <a:solidFill>
                <a:srgbClr val="2E2E2E"/>
              </a:solidFill>
              <a:latin typeface="GitLab Mono"/>
            </a:endParaRPr>
          </a:p>
          <a:p>
            <a:r>
              <a:rPr lang="en-US" dirty="0">
                <a:solidFill>
                  <a:srgbClr val="2E2E2E"/>
                </a:solidFill>
                <a:latin typeface="GitLab Mono"/>
              </a:rPr>
              <a:t>  when: </a:t>
            </a:r>
            <a:r>
              <a:rPr lang="en-US" dirty="0">
                <a:solidFill>
                  <a:srgbClr val="DD1144"/>
                </a:solidFill>
                <a:latin typeface="GitLab Mono"/>
              </a:rPr>
              <a:t>manual</a:t>
            </a:r>
            <a:endParaRPr lang="en-US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208180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5732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Les </a:t>
            </a:r>
            <a:r>
              <a:rPr lang="fr-FR" sz="3200" b="1" i="1" dirty="0" smtClean="0">
                <a:solidFill>
                  <a:schemeClr val="bg1"/>
                </a:solidFill>
              </a:rPr>
              <a:t>environnements temporaires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5521" y="834975"/>
            <a:ext cx="92570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/>
              <a:t>GitLab</a:t>
            </a:r>
            <a:r>
              <a:rPr lang="fr-FR" dirty="0"/>
              <a:t> permet aussi la création </a:t>
            </a:r>
            <a:r>
              <a:rPr lang="fr-FR" b="1" dirty="0"/>
              <a:t>d’environnements temporaires</a:t>
            </a:r>
            <a:r>
              <a:rPr lang="fr-FR" dirty="0"/>
              <a:t> pour les branches ou </a:t>
            </a:r>
            <a:r>
              <a:rPr lang="fr-FR" dirty="0" err="1"/>
              <a:t>MRs</a:t>
            </a:r>
            <a:r>
              <a:rPr lang="fr-FR" dirty="0"/>
              <a:t> :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42061" y="1204307"/>
            <a:ext cx="440849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stages: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init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test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-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cleanup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900" dirty="0">
                <a:solidFill>
                  <a:srgbClr val="2E2E2E"/>
                </a:solidFill>
                <a:latin typeface="GitLab Mono"/>
              </a:rPr>
            </a:br>
            <a:r>
              <a:rPr lang="en-US" sz="900" dirty="0">
                <a:solidFill>
                  <a:srgbClr val="2E2E2E"/>
                </a:solidFill>
                <a:latin typeface="GitLab Mono"/>
              </a:rPr>
              <a:t>variables: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ENV_NAME: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"review/$CI_COMMIT_REF_NAME"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ENV_URL: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"https://$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CI_COMMIT_REF_NAME.monapp.dev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900" dirty="0">
                <a:solidFill>
                  <a:srgbClr val="2E2E2E"/>
                </a:solidFill>
                <a:latin typeface="GitLab Mono"/>
              </a:rPr>
            </a:b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review_app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init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Déploiement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d'une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review app..."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echo "Nom de </a:t>
            </a: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l'environnement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 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$ENV_NAME"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echo "URL de </a:t>
            </a: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l'environnement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 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$ENV_URL"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#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Simulez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ici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un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déploiement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réel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environment: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name: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$ENV_NAME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url: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$ENV_URL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</a:t>
            </a: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on_stop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: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stop_review_app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900" dirty="0">
                <a:solidFill>
                  <a:srgbClr val="2E2E2E"/>
                </a:solidFill>
                <a:latin typeface="GitLab Mono"/>
              </a:rPr>
            </a:b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use_app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test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echo "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Utilisation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de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l'application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déployée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..."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echo "Nom de </a:t>
            </a: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l'environnement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 </a:t>
            </a: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utilisé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 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$ENV_NAME"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echo "URL </a:t>
            </a: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d'accès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 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$ENV_URL"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#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Ici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vous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pouvez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tester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l'URL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ou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faire un curl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si</a:t>
            </a:r>
            <a:r>
              <a:rPr lang="en-US" sz="900" i="1" dirty="0">
                <a:solidFill>
                  <a:srgbClr val="999988"/>
                </a:solidFill>
                <a:latin typeface="GitLab Mono"/>
              </a:rPr>
              <a:t> </a:t>
            </a:r>
            <a:r>
              <a:rPr lang="en-US" sz="900" i="1" dirty="0" err="1">
                <a:solidFill>
                  <a:srgbClr val="999988"/>
                </a:solidFill>
                <a:latin typeface="GitLab Mono"/>
              </a:rPr>
              <a:t>besoin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curl --head --silent --fail $ENV_URL || echo "L'URL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n'est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peut-être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pas encore accessible"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900" dirty="0">
                <a:solidFill>
                  <a:srgbClr val="2E2E2E"/>
                </a:solidFill>
                <a:latin typeface="GitLab Mono"/>
              </a:rPr>
            </a:br>
            <a:r>
              <a:rPr lang="en-US" sz="900" dirty="0" err="1">
                <a:solidFill>
                  <a:srgbClr val="2E2E2E"/>
                </a:solidFill>
                <a:latin typeface="GitLab Mono"/>
              </a:rPr>
              <a:t>stop_review_app</a:t>
            </a:r>
            <a:r>
              <a:rPr lang="en-US" sz="900" dirty="0">
                <a:solidFill>
                  <a:srgbClr val="2E2E2E"/>
                </a:solidFill>
                <a:latin typeface="GitLab Mono"/>
              </a:rPr>
              <a:t>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stage: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cleanup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script: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echo "Suppression de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l'environnement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 </a:t>
            </a:r>
            <a:r>
              <a:rPr lang="en-US" sz="900" dirty="0" err="1">
                <a:solidFill>
                  <a:srgbClr val="DD1144"/>
                </a:solidFill>
                <a:latin typeface="GitLab Mono"/>
              </a:rPr>
              <a:t>temporaire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..."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- echo "Nom 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$ENV_NAME"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environment:</a:t>
            </a: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name: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$ENV_NAME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  action: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stop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>  when: </a:t>
            </a:r>
            <a:r>
              <a:rPr lang="en-US" sz="900" dirty="0">
                <a:solidFill>
                  <a:srgbClr val="DD1144"/>
                </a:solidFill>
                <a:latin typeface="GitLab Mono"/>
              </a:rPr>
              <a:t>manual</a:t>
            </a:r>
            <a:endParaRPr lang="en-US" sz="900" dirty="0">
              <a:solidFill>
                <a:srgbClr val="2E2E2E"/>
              </a:solidFill>
              <a:latin typeface="GitLab Mono"/>
            </a:endParaRPr>
          </a:p>
          <a:p>
            <a:r>
              <a:rPr lang="en-US" sz="900" dirty="0">
                <a:solidFill>
                  <a:srgbClr val="2E2E2E"/>
                </a:solidFill>
                <a:latin typeface="GitLab Mono"/>
              </a:rPr>
              <a:t/>
            </a:r>
            <a:br>
              <a:rPr lang="en-US" sz="900" dirty="0">
                <a:solidFill>
                  <a:srgbClr val="2E2E2E"/>
                </a:solidFill>
                <a:latin typeface="GitLab Mono"/>
              </a:rPr>
            </a:br>
            <a:endParaRPr lang="en-US" sz="900" b="0" dirty="0">
              <a:solidFill>
                <a:srgbClr val="2E2E2E"/>
              </a:solidFill>
              <a:effectLst/>
              <a:latin typeface="GitLab Mono"/>
            </a:endParaRPr>
          </a:p>
        </p:txBody>
      </p:sp>
    </p:spTree>
    <p:extLst>
      <p:ext uri="{BB962C8B-B14F-4D97-AF65-F5344CB8AC3E}">
        <p14:creationId xmlns:p14="http://schemas.microsoft.com/office/powerpoint/2010/main" val="55460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13467</TotalTime>
  <Words>300</Words>
  <Application>Microsoft Office PowerPoint</Application>
  <PresentationFormat>Widescreen</PresentationFormat>
  <Paragraphs>102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Comic Sans MS</vt:lpstr>
      <vt:lpstr>GitLab Mono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Alphorm</dc:creator>
  <cp:lastModifiedBy>DELL</cp:lastModifiedBy>
  <cp:revision>300</cp:revision>
  <dcterms:created xsi:type="dcterms:W3CDTF">2017-02-10T20:50:27Z</dcterms:created>
  <dcterms:modified xsi:type="dcterms:W3CDTF">2025-06-06T15:37:07Z</dcterms:modified>
</cp:coreProperties>
</file>