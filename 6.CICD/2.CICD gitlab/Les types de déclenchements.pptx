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3" r:id="rId2"/>
    <p:sldId id="275" r:id="rId3"/>
    <p:sldId id="276" r:id="rId4"/>
    <p:sldId id="277" r:id="rId5"/>
    <p:sldId id="278" r:id="rId6"/>
    <p:sldId id="279" r:id="rId7"/>
    <p:sldId id="280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2952" autoAdjust="0"/>
  </p:normalViewPr>
  <p:slideViewPr>
    <p:cSldViewPr snapToGrid="0">
      <p:cViewPr varScale="1">
        <p:scale>
          <a:sx n="105" d="100"/>
          <a:sy n="105" d="100"/>
        </p:scale>
        <p:origin x="740" y="84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BB29-2F69-4BAD-BAE6-35EBE787D585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E1986-C91B-477C-93E3-239B6FF79C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26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7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6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6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4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3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7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5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2656" y="2543234"/>
            <a:ext cx="490390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Gitlab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Les types de déclenchement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8" name="Picture 4" descr="https://www.wizcase.com/wp-content/uploads/2022/03/GiTlab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9" y="539302"/>
            <a:ext cx="4870202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914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types de déclenchement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8475" y="894750"/>
            <a:ext cx="4141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Qu'est-ce qu'un déclencheur de pipeline ?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44843" y="1451134"/>
            <a:ext cx="87030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 de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lancer automatiquement ou manuellement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pipeline GitLab CI/CD.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 mode correspond à un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besoin ou usage spécifique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21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7355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déclenchement basé sur push ou </a:t>
            </a:r>
            <a:r>
              <a:rPr lang="fr-FR" sz="3200" b="1" i="1" dirty="0" err="1" smtClean="0">
                <a:solidFill>
                  <a:schemeClr val="bg1"/>
                </a:solidFill>
              </a:rPr>
              <a:t>merge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5140" y="773637"/>
            <a:ext cx="5671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Pipeline </a:t>
            </a:r>
            <a:r>
              <a:rPr lang="fr-FR" dirty="0"/>
              <a:t>lancé automatiquement à chaque push ou </a:t>
            </a:r>
            <a:r>
              <a:rPr lang="fr-FR" dirty="0" err="1"/>
              <a:t>merge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04470" y="1439161"/>
            <a:ext cx="774918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test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/>
            </a:r>
            <a:br>
              <a:rPr lang="fr-FR" dirty="0">
                <a:solidFill>
                  <a:srgbClr val="2E2E2E"/>
                </a:solidFill>
                <a:latin typeface="GitLab Mono"/>
              </a:rPr>
            </a:br>
            <a:r>
              <a:rPr lang="fr-FR" dirty="0" err="1">
                <a:solidFill>
                  <a:srgbClr val="2E2E2E"/>
                </a:solidFill>
                <a:latin typeface="GitLab Mono"/>
              </a:rPr>
              <a:t>auto_trigger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test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"Pipeline déclenché automatiquement sur push ou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merge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"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9420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569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7093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déclenchement manuel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21" y="828138"/>
            <a:ext cx="55116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Pipeline </a:t>
            </a:r>
            <a:r>
              <a:rPr lang="fr-FR" dirty="0"/>
              <a:t>lancé automatiquement à des horaires planifiés.</a:t>
            </a:r>
            <a:endParaRPr lang="en-US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63921" y="1256167"/>
            <a:ext cx="101402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Le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gitlab-ci.yml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ne change pas,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faut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configurer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planification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(CI/CD &gt; Schedules).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859" y="1751713"/>
            <a:ext cx="64230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2E2E2E"/>
                </a:solidFill>
                <a:latin typeface="GitLab Mono"/>
              </a:rPr>
              <a:t>scheduled_job</a:t>
            </a:r>
            <a:r>
              <a:rPr lang="en-US" sz="1600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sz="16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16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16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6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16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1600" dirty="0">
                <a:solidFill>
                  <a:srgbClr val="DD1144"/>
                </a:solidFill>
                <a:latin typeface="GitLab Mono"/>
              </a:rPr>
              <a:t>echo "Job </a:t>
            </a:r>
            <a:r>
              <a:rPr lang="en-US" sz="1600" dirty="0" err="1">
                <a:solidFill>
                  <a:srgbClr val="DD1144"/>
                </a:solidFill>
                <a:latin typeface="GitLab Mono"/>
              </a:rPr>
              <a:t>exécuté</a:t>
            </a:r>
            <a:r>
              <a:rPr lang="en-US" sz="1600" dirty="0">
                <a:solidFill>
                  <a:srgbClr val="DD1144"/>
                </a:solidFill>
                <a:latin typeface="GitLab Mono"/>
              </a:rPr>
              <a:t> par </a:t>
            </a:r>
            <a:r>
              <a:rPr lang="en-US" sz="1600" dirty="0" err="1">
                <a:solidFill>
                  <a:srgbClr val="DD1144"/>
                </a:solidFill>
                <a:latin typeface="GitLab Mono"/>
              </a:rPr>
              <a:t>planification</a:t>
            </a:r>
            <a:r>
              <a:rPr lang="en-US" sz="1600" dirty="0">
                <a:solidFill>
                  <a:srgbClr val="DD1144"/>
                </a:solidFill>
                <a:latin typeface="GitLab Mono"/>
              </a:rPr>
              <a:t> (Scheduled Pipeline)"</a:t>
            </a:r>
            <a:endParaRPr lang="en-US" sz="1600" b="0" dirty="0">
              <a:solidFill>
                <a:srgbClr val="2E2E2E"/>
              </a:solidFill>
              <a:effectLst/>
              <a:latin typeface="GitLab Mono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19" y="3400037"/>
            <a:ext cx="4145263" cy="2803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40" y="2507030"/>
            <a:ext cx="5490579" cy="407135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8865441" y="3033870"/>
            <a:ext cx="266448" cy="2725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1</a:t>
            </a:r>
            <a:endParaRPr lang="en-US" b="1" dirty="0"/>
          </a:p>
        </p:txBody>
      </p:sp>
      <p:sp>
        <p:nvSpPr>
          <p:cNvPr id="15" name="Oval 14"/>
          <p:cNvSpPr/>
          <p:nvPr/>
        </p:nvSpPr>
        <p:spPr>
          <a:xfrm>
            <a:off x="7509989" y="3559500"/>
            <a:ext cx="266448" cy="2725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2</a:t>
            </a:r>
            <a:endParaRPr lang="en-US" b="1" dirty="0"/>
          </a:p>
        </p:txBody>
      </p:sp>
      <p:sp>
        <p:nvSpPr>
          <p:cNvPr id="16" name="Oval 15"/>
          <p:cNvSpPr/>
          <p:nvPr/>
        </p:nvSpPr>
        <p:spPr>
          <a:xfrm>
            <a:off x="8406222" y="4585121"/>
            <a:ext cx="266448" cy="2725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3</a:t>
            </a:r>
            <a:endParaRPr lang="en-US" b="1" dirty="0"/>
          </a:p>
        </p:txBody>
      </p:sp>
      <p:sp>
        <p:nvSpPr>
          <p:cNvPr id="17" name="Oval 16"/>
          <p:cNvSpPr/>
          <p:nvPr/>
        </p:nvSpPr>
        <p:spPr>
          <a:xfrm>
            <a:off x="8672670" y="5111961"/>
            <a:ext cx="266448" cy="2725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4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7836993" y="5796247"/>
            <a:ext cx="266448" cy="27250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764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569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579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déclenchement par pipeline parent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6581" y="761526"/>
            <a:ext cx="4413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Un pipeline déclenche celui d’un autre projet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3080" y="1351263"/>
            <a:ext cx="30500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trigger_child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trigger: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project: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groupe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/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projet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branch: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main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45690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569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499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déclenchement via </a:t>
            </a:r>
            <a:r>
              <a:rPr lang="fr-FR" sz="3200" b="1" i="1" dirty="0" err="1" smtClean="0">
                <a:solidFill>
                  <a:schemeClr val="bg1"/>
                </a:solidFill>
              </a:rPr>
              <a:t>webhook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9892" y="840249"/>
            <a:ext cx="3202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Appel </a:t>
            </a:r>
            <a:r>
              <a:rPr lang="en-US" dirty="0" err="1"/>
              <a:t>externe</a:t>
            </a:r>
            <a:r>
              <a:rPr lang="en-US" dirty="0"/>
              <a:t> (curl, </a:t>
            </a:r>
            <a:r>
              <a:rPr lang="en-US" dirty="0" err="1"/>
              <a:t>webhook</a:t>
            </a:r>
            <a:r>
              <a:rPr lang="en-US" dirty="0"/>
              <a:t>...)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136" y="138154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DD1144"/>
                </a:solidFill>
                <a:latin typeface="GitLab Mono"/>
              </a:rPr>
              <a:t>curl -X POST \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-F token=TOKEN \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-F ref=main \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https://gitlab.com/api/v4/projects/ID/trigger/pipeline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35506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569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22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 déclenchement </a:t>
            </a:r>
            <a:r>
              <a:rPr lang="fr-FR" sz="3200" b="1" i="1" dirty="0" err="1" smtClean="0">
                <a:solidFill>
                  <a:schemeClr val="bg1"/>
                </a:solidFill>
              </a:rPr>
              <a:t>conditionel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7" y="891219"/>
            <a:ext cx="45154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rules_job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 == "main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"'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19355" y="891219"/>
            <a:ext cx="30076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tag_job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only: [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tags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"Job sur tag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07398" y="847865"/>
            <a:ext cx="34496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mr_job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only: [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merge_requests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"Pipeline sur MR"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01866" y="1973589"/>
            <a:ext cx="28434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/>
              <a:t>Lors </a:t>
            </a:r>
            <a:r>
              <a:rPr lang="fr-FR" sz="1400" b="1" dirty="0"/>
              <a:t>d’ouverture/mise</a:t>
            </a:r>
            <a:r>
              <a:rPr lang="fr-FR" sz="1200" b="1" dirty="0"/>
              <a:t> à jour d'une MR</a:t>
            </a:r>
            <a:endParaRPr lang="en-US" sz="1200" b="1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041512" y="1973589"/>
            <a:ext cx="190308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À chaque </a:t>
            </a:r>
            <a:r>
              <a:rPr kumimoji="0" lang="en-US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tag</a:t>
            </a:r>
            <a:r>
              <a:rPr kumimoji="0" lang="en-US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poussé </a:t>
            </a:r>
            <a:endParaRPr kumimoji="0" lang="en-US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05866" y="1926595"/>
            <a:ext cx="17066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Selon</a:t>
            </a:r>
            <a:r>
              <a:rPr lang="en-US" sz="1400" b="1" dirty="0"/>
              <a:t> </a:t>
            </a:r>
            <a:r>
              <a:rPr lang="en-US" sz="1400" b="1" dirty="0" err="1"/>
              <a:t>une</a:t>
            </a:r>
            <a:r>
              <a:rPr lang="en-US" sz="1400" b="1" dirty="0"/>
              <a:t> condition </a:t>
            </a:r>
          </a:p>
        </p:txBody>
      </p:sp>
    </p:spTree>
    <p:extLst>
      <p:ext uri="{BB962C8B-B14F-4D97-AF65-F5344CB8AC3E}">
        <p14:creationId xmlns:p14="http://schemas.microsoft.com/office/powerpoint/2010/main" val="215647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13491</TotalTime>
  <Words>154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Comic Sans MS</vt:lpstr>
      <vt:lpstr>GitLab Mono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Alphorm</dc:creator>
  <cp:lastModifiedBy>DELL</cp:lastModifiedBy>
  <cp:revision>304</cp:revision>
  <dcterms:created xsi:type="dcterms:W3CDTF">2017-02-10T20:50:27Z</dcterms:created>
  <dcterms:modified xsi:type="dcterms:W3CDTF">2025-06-06T16:15:20Z</dcterms:modified>
</cp:coreProperties>
</file>