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3" r:id="rId3"/>
    <p:sldId id="262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89783" autoAdjust="0"/>
  </p:normalViewPr>
  <p:slideViewPr>
    <p:cSldViewPr snapToGrid="0">
      <p:cViewPr varScale="1">
        <p:scale>
          <a:sx n="101" d="100"/>
          <a:sy n="101" d="100"/>
        </p:scale>
        <p:origin x="8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9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8CC95-123F-4C93-9671-DB4382E81061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EDCAF-A2AE-4DD1-8317-9A1F0DBEA8D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614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9686D-C191-4786-9794-C7C6B779A858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1B5F8-6F57-4D93-B25D-B7F2C8AC7C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603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D60FDB-9ED3-4635-8771-6CAAA365A35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2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399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99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30824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3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3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2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4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4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121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5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5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389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6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6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361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7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7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20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8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8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549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409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0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84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36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07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09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21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68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9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705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93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3D1D7-325F-46D8-B3AF-5D2A9231722A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9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22589" y="2543234"/>
            <a:ext cx="326403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Jenkins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Nexus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6" name="Picture 2" descr="Jenkins Workflo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1" y="226498"/>
            <a:ext cx="3522523" cy="486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22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20035" y="2480983"/>
            <a:ext cx="6077113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Etape 1: Configuration du serveur </a:t>
            </a: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Nexus</a:t>
            </a:r>
            <a:endParaRPr lang="fr-FR" altLang="en-US" sz="3600" dirty="0" smtClean="0">
              <a:solidFill>
                <a:srgbClr val="A5300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984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Configuration Nexus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5760" y="803051"/>
            <a:ext cx="869507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du Dépôt RAW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 le menu de gauche, cliquez sur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"Repository"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Cliquez sur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"Create repository"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Sélectionnez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"raw (hosted)"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(dépôt hébergé pour fichiers bruts).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Configurez les paramètres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raw-repository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(ou un autre nom).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policy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Allow redeploy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(permet de remplacer les fichiers existants).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Blob Store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default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(ou un stockage personnalisé si vous l’avez configuré).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policy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Mixed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(si vous voulez gérer plusieurs versions).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Cliquez sur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"Create repository"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227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niveau Jenkins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9454" y="712239"/>
            <a:ext cx="72122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 Jenkins, va dans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Jenkins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Credentials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Ajoute une nouvelle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"Username and Password"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avec 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nexus_credentials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Username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(ton identifiant Nexus)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(ton mot de passe Nexus)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9733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niveau Jenkins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7922" y="824802"/>
            <a:ext cx="51234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Deux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méthodes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possibles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Maven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(standard pour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Java)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curl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générique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pour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n'importe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quel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fichier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9845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niveau Jenkins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6392" y="757246"/>
            <a:ext cx="7763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Méthode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: Upload avec Maven 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recommandé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les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ton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Maven, configure ton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pom.xml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pom.xml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pour Nexus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Ajoute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cette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configuration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pom.xml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392" y="2108572"/>
            <a:ext cx="8097088" cy="9233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distributionManagement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&gt; &lt;repository&gt;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&lt;id&gt;nexus&lt;/id&gt; 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url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&gt;http://51.21.2.61:8081/repository/maven-releases/&lt;/url&gt;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&lt;/repository&gt; &lt;/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distributionManagement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&gt;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40535" y="3277441"/>
            <a:ext cx="60195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Ajoute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ensuite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l'authentification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~/.m2/settings.xml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21748" y="3646773"/>
            <a:ext cx="6767622" cy="20313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&lt;servers&gt;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&lt;server&gt;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&lt;id&gt;nexus&lt;/id&gt;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&lt;username&gt;${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env.NEXUS_USER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}&lt;/username&gt;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&lt;password&gt;${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env.NEXUS_PASSWORD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}&lt;/password&gt;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&lt;/server&gt;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&lt;/servers&gt;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084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niveau Jenkins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607496" y="1226682"/>
            <a:ext cx="769147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pipeline {</a:t>
            </a:r>
          </a:p>
          <a:p>
            <a:r>
              <a:rPr lang="en-US" sz="1200" dirty="0"/>
              <a:t>    agent any</a:t>
            </a:r>
          </a:p>
          <a:p>
            <a:endParaRPr lang="en-US" sz="1200" dirty="0"/>
          </a:p>
          <a:p>
            <a:r>
              <a:rPr lang="en-US" sz="1200" dirty="0"/>
              <a:t>    environment {</a:t>
            </a:r>
          </a:p>
          <a:p>
            <a:r>
              <a:rPr lang="en-US" sz="1200" dirty="0"/>
              <a:t>        NEXUS_USER = credentials('</a:t>
            </a:r>
            <a:r>
              <a:rPr lang="en-US" sz="1200" dirty="0" err="1"/>
              <a:t>nexus_credentials</a:t>
            </a:r>
            <a:r>
              <a:rPr lang="en-US" sz="1200" dirty="0"/>
              <a:t>').username</a:t>
            </a:r>
          </a:p>
          <a:p>
            <a:r>
              <a:rPr lang="en-US" sz="1200" dirty="0"/>
              <a:t>        NEXUS_PASSWORD = credentials('</a:t>
            </a:r>
            <a:r>
              <a:rPr lang="en-US" sz="1200" dirty="0" err="1"/>
              <a:t>nexus_credentials</a:t>
            </a:r>
            <a:r>
              <a:rPr lang="en-US" sz="1200" dirty="0"/>
              <a:t>').password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stages {</a:t>
            </a:r>
          </a:p>
          <a:p>
            <a:r>
              <a:rPr lang="en-US" sz="1200" dirty="0"/>
              <a:t>        stage('Checkout') {</a:t>
            </a:r>
          </a:p>
          <a:p>
            <a:r>
              <a:rPr lang="en-US" sz="1200" dirty="0"/>
              <a:t>            steps {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git</a:t>
            </a:r>
            <a:r>
              <a:rPr lang="en-US" sz="1200" dirty="0"/>
              <a:t> 'https://gitlab.com/</a:t>
            </a:r>
            <a:r>
              <a:rPr lang="en-US" sz="1200" dirty="0" err="1"/>
              <a:t>vadimaentreprise</a:t>
            </a:r>
            <a:r>
              <a:rPr lang="en-US" sz="1200" dirty="0"/>
              <a:t>/</a:t>
            </a:r>
            <a:r>
              <a:rPr lang="en-US" sz="1200" dirty="0" err="1"/>
              <a:t>remoteproject.git</a:t>
            </a:r>
            <a:r>
              <a:rPr lang="en-US" sz="1200" dirty="0"/>
              <a:t>'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    stage('Build') {</a:t>
            </a:r>
          </a:p>
          <a:p>
            <a:r>
              <a:rPr lang="en-US" sz="1200" dirty="0"/>
              <a:t>            steps {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sh</a:t>
            </a:r>
            <a:r>
              <a:rPr lang="en-US" sz="1200" dirty="0"/>
              <a:t> '</a:t>
            </a:r>
            <a:r>
              <a:rPr lang="en-US" sz="1200" dirty="0" err="1"/>
              <a:t>mvn</a:t>
            </a:r>
            <a:r>
              <a:rPr lang="en-US" sz="1200" dirty="0"/>
              <a:t> clean package'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    stage('Publish to Nexus') {</a:t>
            </a:r>
          </a:p>
          <a:p>
            <a:r>
              <a:rPr lang="en-US" sz="1200" dirty="0"/>
              <a:t>            steps {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sh</a:t>
            </a:r>
            <a:r>
              <a:rPr lang="en-US" sz="1200" dirty="0"/>
              <a:t> '</a:t>
            </a:r>
            <a:r>
              <a:rPr lang="en-US" sz="1200" dirty="0" err="1"/>
              <a:t>mvn</a:t>
            </a:r>
            <a:r>
              <a:rPr lang="en-US" sz="1200" dirty="0"/>
              <a:t> deploy -</a:t>
            </a:r>
            <a:r>
              <a:rPr lang="en-US" sz="1200" dirty="0" err="1"/>
              <a:t>Dnexus.user</a:t>
            </a:r>
            <a:r>
              <a:rPr lang="en-US" sz="1200" dirty="0"/>
              <a:t>=$NEXUS_USER -</a:t>
            </a:r>
            <a:r>
              <a:rPr lang="en-US" sz="1200" dirty="0" err="1"/>
              <a:t>Dnexus.password</a:t>
            </a:r>
            <a:r>
              <a:rPr lang="en-US" sz="1200" dirty="0"/>
              <a:t>=$NEXUS_PASSWORD'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68027" y="742346"/>
            <a:ext cx="68035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veux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.war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.zip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tout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autre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artefact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avec Maven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8462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niveau Jenkins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8027" y="742346"/>
            <a:ext cx="7952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veux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.war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.zip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tout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autre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artefact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sans Maven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curl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679" y="1162306"/>
            <a:ext cx="60960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pipeline {</a:t>
            </a:r>
          </a:p>
          <a:p>
            <a:r>
              <a:rPr lang="en-US" sz="1100" dirty="0"/>
              <a:t>    agent any</a:t>
            </a:r>
          </a:p>
          <a:p>
            <a:endParaRPr lang="en-US" sz="1100" dirty="0"/>
          </a:p>
          <a:p>
            <a:r>
              <a:rPr lang="en-US" sz="1100" dirty="0"/>
              <a:t>    environment {</a:t>
            </a:r>
          </a:p>
          <a:p>
            <a:r>
              <a:rPr lang="en-US" sz="1100" dirty="0"/>
              <a:t>        NEXUS_USER = credentials('</a:t>
            </a:r>
            <a:r>
              <a:rPr lang="en-US" sz="1100" dirty="0" err="1"/>
              <a:t>nexus_credentials</a:t>
            </a:r>
            <a:r>
              <a:rPr lang="en-US" sz="1100" dirty="0"/>
              <a:t>').username</a:t>
            </a:r>
          </a:p>
          <a:p>
            <a:r>
              <a:rPr lang="en-US" sz="1100" dirty="0"/>
              <a:t>        NEXUS_PASSWORD = credentials('</a:t>
            </a:r>
            <a:r>
              <a:rPr lang="en-US" sz="1100" dirty="0" err="1"/>
              <a:t>nexus_credentials</a:t>
            </a:r>
            <a:r>
              <a:rPr lang="en-US" sz="1100" dirty="0"/>
              <a:t>').password</a:t>
            </a:r>
          </a:p>
          <a:p>
            <a:r>
              <a:rPr lang="en-US" sz="1100" dirty="0"/>
              <a:t>        NEXUS_URL = 'http://51.21.2.61:8081/repository/raw-releases/'</a:t>
            </a:r>
          </a:p>
          <a:p>
            <a:r>
              <a:rPr lang="en-US" sz="1100" dirty="0"/>
              <a:t>    }</a:t>
            </a:r>
          </a:p>
          <a:p>
            <a:endParaRPr lang="en-US" sz="1100" dirty="0"/>
          </a:p>
          <a:p>
            <a:r>
              <a:rPr lang="en-US" sz="1100" dirty="0"/>
              <a:t>    stages {</a:t>
            </a:r>
          </a:p>
          <a:p>
            <a:r>
              <a:rPr lang="en-US" sz="1100" dirty="0"/>
              <a:t>        stage('Checkout') {</a:t>
            </a:r>
          </a:p>
          <a:p>
            <a:r>
              <a:rPr lang="en-US" sz="1100" dirty="0"/>
              <a:t>            steps {</a:t>
            </a:r>
          </a:p>
          <a:p>
            <a:r>
              <a:rPr lang="en-US" sz="1100" dirty="0"/>
              <a:t>                </a:t>
            </a:r>
            <a:r>
              <a:rPr lang="en-US" sz="1100" dirty="0" err="1"/>
              <a:t>git</a:t>
            </a:r>
            <a:r>
              <a:rPr lang="en-US" sz="1100" dirty="0"/>
              <a:t> 'https://gitlab.com/</a:t>
            </a:r>
            <a:r>
              <a:rPr lang="en-US" sz="1100" dirty="0" err="1"/>
              <a:t>vadimaentreprise</a:t>
            </a:r>
            <a:r>
              <a:rPr lang="en-US" sz="1100" dirty="0"/>
              <a:t>/</a:t>
            </a:r>
            <a:r>
              <a:rPr lang="en-US" sz="1100" dirty="0" err="1"/>
              <a:t>remoteproject.git</a:t>
            </a:r>
            <a:r>
              <a:rPr lang="en-US" sz="1100" dirty="0"/>
              <a:t>'</a:t>
            </a:r>
          </a:p>
          <a:p>
            <a:r>
              <a:rPr lang="en-US" sz="1100" dirty="0"/>
              <a:t>            }</a:t>
            </a:r>
          </a:p>
          <a:p>
            <a:r>
              <a:rPr lang="en-US" sz="1100" dirty="0"/>
              <a:t>        }</a:t>
            </a:r>
          </a:p>
          <a:p>
            <a:r>
              <a:rPr lang="en-US" sz="1100" dirty="0"/>
              <a:t>        stage('Build') {</a:t>
            </a:r>
          </a:p>
          <a:p>
            <a:r>
              <a:rPr lang="en-US" sz="1100" dirty="0"/>
              <a:t>            steps {</a:t>
            </a:r>
          </a:p>
          <a:p>
            <a:r>
              <a:rPr lang="en-US" sz="1100" dirty="0"/>
              <a:t>                </a:t>
            </a:r>
            <a:r>
              <a:rPr lang="en-US" sz="1100" dirty="0" err="1"/>
              <a:t>sh</a:t>
            </a:r>
            <a:r>
              <a:rPr lang="en-US" sz="1100" dirty="0"/>
              <a:t> '</a:t>
            </a:r>
            <a:r>
              <a:rPr lang="en-US" sz="1100" dirty="0" err="1"/>
              <a:t>mvn</a:t>
            </a:r>
            <a:r>
              <a:rPr lang="en-US" sz="1100" dirty="0"/>
              <a:t> clean package'</a:t>
            </a:r>
          </a:p>
          <a:p>
            <a:r>
              <a:rPr lang="en-US" sz="1100" dirty="0"/>
              <a:t>            }</a:t>
            </a:r>
          </a:p>
          <a:p>
            <a:r>
              <a:rPr lang="en-US" sz="1100" dirty="0"/>
              <a:t>        }</a:t>
            </a:r>
          </a:p>
          <a:p>
            <a:r>
              <a:rPr lang="en-US" sz="1100" dirty="0"/>
              <a:t>        stage('Upload to Nexus') {</a:t>
            </a:r>
          </a:p>
          <a:p>
            <a:r>
              <a:rPr lang="en-US" sz="1100" dirty="0"/>
              <a:t>            steps {</a:t>
            </a:r>
          </a:p>
          <a:p>
            <a:r>
              <a:rPr lang="en-US" sz="1100" dirty="0"/>
              <a:t>                </a:t>
            </a:r>
            <a:r>
              <a:rPr lang="en-US" sz="1100" dirty="0" err="1"/>
              <a:t>sh</a:t>
            </a:r>
            <a:r>
              <a:rPr lang="en-US" sz="1100" dirty="0"/>
              <a:t> '''</a:t>
            </a:r>
          </a:p>
          <a:p>
            <a:r>
              <a:rPr lang="en-US" sz="1100" dirty="0"/>
              <a:t>                curl -u $NEXUS_USER:$NEXUS_PASSWORD --upload-file target/</a:t>
            </a:r>
            <a:r>
              <a:rPr lang="en-US" sz="1100" dirty="0" err="1"/>
              <a:t>myapp.war</a:t>
            </a:r>
            <a:r>
              <a:rPr lang="en-US" sz="1100" dirty="0"/>
              <a:t> $NEXUS_URL/</a:t>
            </a:r>
            <a:r>
              <a:rPr lang="en-US" sz="1100" dirty="0" err="1"/>
              <a:t>myapp.war</a:t>
            </a:r>
            <a:endParaRPr lang="en-US" sz="1100" dirty="0"/>
          </a:p>
          <a:p>
            <a:r>
              <a:rPr lang="en-US" sz="1100" dirty="0"/>
              <a:t>                '''</a:t>
            </a:r>
          </a:p>
          <a:p>
            <a:r>
              <a:rPr lang="en-US" sz="1100" dirty="0"/>
              <a:t>            }</a:t>
            </a:r>
          </a:p>
          <a:p>
            <a:r>
              <a:rPr lang="en-US" sz="1100" dirty="0"/>
              <a:t>        }</a:t>
            </a:r>
          </a:p>
          <a:p>
            <a:r>
              <a:rPr lang="en-US" sz="1100" dirty="0"/>
              <a:t>    }</a:t>
            </a:r>
          </a:p>
          <a:p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20130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14821</TotalTime>
  <Words>544</Words>
  <Application>Microsoft Office PowerPoint</Application>
  <PresentationFormat>Widescreen</PresentationFormat>
  <Paragraphs>116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Unicode MS</vt:lpstr>
      <vt:lpstr>Calibri</vt:lpstr>
      <vt:lpstr>Calibri Light</vt:lpstr>
      <vt:lpstr>Comic Sans MS</vt:lpstr>
      <vt:lpstr>DejaVu Sans</vt:lpstr>
      <vt:lpstr>Times New Roman</vt:lpstr>
      <vt:lpstr>Thème Office</vt:lpstr>
      <vt:lpstr>PowerPoint Presentation</vt:lpstr>
      <vt:lpstr>Etape 1: Configuration du serveur Nexus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DELL</cp:lastModifiedBy>
  <cp:revision>169</cp:revision>
  <dcterms:created xsi:type="dcterms:W3CDTF">2024-04-11T08:14:00Z</dcterms:created>
  <dcterms:modified xsi:type="dcterms:W3CDTF">2025-03-16T09:01:08Z</dcterms:modified>
</cp:coreProperties>
</file>